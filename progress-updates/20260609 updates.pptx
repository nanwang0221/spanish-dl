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  <p:sldId id="282" r:id="rId9"/>
    <p:sldId id="283" r:id="rId10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93" d="100"/>
          <a:sy n="93" d="100"/>
        </p:scale>
        <p:origin x="2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6/8/26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6/8/26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Norming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C2A107-6B83-91D7-F9A5-8FA410A5B0D8}"/>
              </a:ext>
            </a:extLst>
          </p:cNvPr>
          <p:cNvSpPr txBox="1"/>
          <p:nvPr/>
        </p:nvSpPr>
        <p:spPr>
          <a:xfrm>
            <a:off x="253388" y="157356"/>
            <a:ext cx="2797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Spanish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Avoid</a:t>
            </a:r>
            <a:r>
              <a:rPr lang="zh-CN" altLang="en-US" dirty="0"/>
              <a:t> </a:t>
            </a:r>
            <a:r>
              <a:rPr lang="en-US" altLang="zh-CN" dirty="0"/>
              <a:t>/d/,</a:t>
            </a:r>
            <a:r>
              <a:rPr lang="zh-CN" altLang="en-US" dirty="0"/>
              <a:t> </a:t>
            </a:r>
            <a:r>
              <a:rPr lang="en-US" altLang="zh-CN" dirty="0"/>
              <a:t>/t/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short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person</a:t>
            </a:r>
            <a:r>
              <a:rPr lang="zh-CN" altLang="en-US" dirty="0"/>
              <a:t> </a:t>
            </a:r>
            <a:r>
              <a:rPr lang="en-US" altLang="zh-CN" dirty="0"/>
              <a:t>perspective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audio?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CC1561-5E9A-EE75-D7CD-89E9E46BE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71" y="2106865"/>
            <a:ext cx="8476563" cy="467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26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7DC09E-3156-39EB-3CC6-62DB75304BD5}"/>
              </a:ext>
            </a:extLst>
          </p:cNvPr>
          <p:cNvSpPr txBox="1"/>
          <p:nvPr/>
        </p:nvSpPr>
        <p:spPr>
          <a:xfrm>
            <a:off x="253388" y="154236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General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6EB46-FAED-3DE2-DACD-F920CC9FA7E3}"/>
              </a:ext>
            </a:extLst>
          </p:cNvPr>
          <p:cNvSpPr txBox="1"/>
          <p:nvPr/>
        </p:nvSpPr>
        <p:spPr>
          <a:xfrm>
            <a:off x="253388" y="523568"/>
            <a:ext cx="5142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ask</a:t>
            </a:r>
            <a:r>
              <a:rPr lang="zh-CN" altLang="en-US" dirty="0"/>
              <a:t> </a:t>
            </a:r>
            <a:r>
              <a:rPr lang="en-US" altLang="zh-CN" dirty="0"/>
              <a:t>participants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respond</a:t>
            </a:r>
            <a:r>
              <a:rPr lang="zh-CN" altLang="en-US" dirty="0"/>
              <a:t> </a:t>
            </a:r>
            <a:r>
              <a:rPr lang="en-US" altLang="zh-CN" dirty="0"/>
              <a:t>quickly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accurately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25CB16-8EEF-AF8B-0672-90D7C12815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51"/>
          <a:stretch>
            <a:fillRect/>
          </a:stretch>
        </p:blipFill>
        <p:spPr>
          <a:xfrm>
            <a:off x="487184" y="1082123"/>
            <a:ext cx="7772400" cy="303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46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182</Words>
  <Application>Microsoft Macintosh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Norming results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Wang, Nan</cp:lastModifiedBy>
  <cp:revision>118</cp:revision>
  <dcterms:created xsi:type="dcterms:W3CDTF">2026-04-12T17:50:06Z</dcterms:created>
  <dcterms:modified xsi:type="dcterms:W3CDTF">2026-06-08T19:33:18Z</dcterms:modified>
</cp:coreProperties>
</file>