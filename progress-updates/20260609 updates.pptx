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76" r:id="rId3"/>
    <p:sldId id="278" r:id="rId4"/>
    <p:sldId id="279" r:id="rId5"/>
    <p:sldId id="277" r:id="rId6"/>
    <p:sldId id="281" r:id="rId7"/>
    <p:sldId id="280" r:id="rId8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83FF"/>
    <a:srgbClr val="FF7E79"/>
    <a:srgbClr val="DAF1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1"/>
  </p:normalViewPr>
  <p:slideViewPr>
    <p:cSldViewPr snapToGrid="0">
      <p:cViewPr>
        <p:scale>
          <a:sx n="89" d="100"/>
          <a:sy n="89" d="100"/>
        </p:scale>
        <p:origin x="232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EB0D4F-7B20-C843-AEA0-6DA76DB40034}" type="datetimeFigureOut">
              <a:rPr lang="en-TW" smtClean="0"/>
              <a:t>2026/6/5</a:t>
            </a:fld>
            <a:endParaRPr lang="en-TW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TW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09DE05-7567-F84F-A67A-D7F194335F9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693300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CA7FC-61CE-C445-5FA0-422F5768AC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7D9706-D057-E602-874E-8BF5540341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B1BF8B-5700-9007-AA8E-9A9A7F415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2026/6/5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54FA1D-E19E-E6E4-6515-733501DEA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F58C4-D8F5-1F54-C9B1-B385A0AAD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313422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D2317-EE33-D797-A1EA-BEA1FEF7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48163-8A34-F7A2-2012-106FC0789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82CA2-1DCD-2467-0EB1-39F56F89E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2026/6/5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E6D0E-36FE-F1BE-4873-556CFE1A3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FAB986-3E3A-D316-038C-6CD66DB5A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733279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E58F-E784-4A80-AE60-335CBC279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8B3731-01C0-D34B-4BBA-81FC84AE9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85340-76B6-0472-43A0-887DC6A13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2026/6/5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F70F21-C1D8-AA90-62E0-129340999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3CB5F-15DD-99B3-BA0A-94BA2151E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492286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86314-EAF2-36A6-AFEE-93D98DF70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011FC-8D5E-CDBE-218F-161A6C8142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ACFDA6-5D5A-6DE4-EC89-E798A1AE3D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219978-3038-095F-A401-6D0E8E0D0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2026/6/5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86BBE-35B1-D4DB-2A5C-B7E913D74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E5825A-32D8-E646-6AA1-D7DB1F2FD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565544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5FE38-6722-9EA0-A071-0A53E8DF6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6AE9A-85D5-177E-E671-5DE629D27D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6D6A34-1237-6FF7-8814-15A5BC58BF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68110D-1E83-EC13-DD21-E209BFEC5F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61DA7D-CEB8-66F9-7120-2FD2D0949E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524846-3752-3B2F-0CEE-93C34BBEA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2026/6/5</a:t>
            </a:fld>
            <a:endParaRPr lang="en-TW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F0BC02-F703-CC6A-5E38-7783DFBB0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960B1E-851B-8A05-B114-1152EE359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36514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0A70B-1F87-4327-F276-D46FC7250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DE9612-725F-E5A2-EDA3-95409D1C8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2026/6/5</a:t>
            </a:fld>
            <a:endParaRPr lang="en-TW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5B23DA-5068-2AC7-F027-1792E1151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E33136-B781-3C72-9A98-B3036EFAB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211317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22925D-D4BA-4ECA-31DA-0C2B7816C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2026/6/5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9A6521-E4A4-DD5B-47D6-A60E51A0C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97055-F987-FA14-986F-C7DCEFF9C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7955281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AB26D-A27B-A0C5-067D-55468AFE7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8B853-9EB2-5CA5-D3A7-DC10879DA2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E32099-FC93-8FAE-124A-9316AAB4B8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E7495C-1EAE-7594-E678-B236BC4C3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2026/6/5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E153CD-2635-F9C0-5518-B17AF1560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645C3F-D228-A8FA-14BB-EE402E630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524712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201C1-8FE1-8976-A379-ECDB45F87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EF787F-0D12-1E4F-379D-5B211F2A08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9641B5-C367-C8AB-6A01-BC7A5DF76F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1BD60E-0734-1D60-E1B6-8415A758B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2026/6/5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C3B5FC-07A3-0A4D-64F5-DAC7D311E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333820-91B3-AF08-4EF0-8528F57DC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162978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1E1CE-C768-19E2-A6CD-0A1C61809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981C1B-67C5-F07F-88A4-FD9AABA18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580E68-BC1E-C9AF-C55A-4235F23C3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2026/6/5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5714A6-E3CC-A3BF-9720-D4AC77EFE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903CC9-58BE-A0DB-A1CA-F3B50461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571775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520ADC-BEF5-05D7-2248-D80EFDCA2E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4583F6-B1F0-0313-991E-029882A21B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221D5C-856C-378C-A819-866C15A93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2026/6/5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4E9E2B-8D3D-5C0A-2DE3-178E0F96B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A4562B-7771-C1B5-C9C3-EB3825CD6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54225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E33406-A20A-398C-90B2-D895F2343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16B8D2-85D1-55AC-6AAB-65E7DA8ADE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E5821-92AA-0F22-535D-F5A0F520F5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32B428-AB21-474F-A4D9-979B203162CD}" type="datetimeFigureOut">
              <a:rPr lang="en-TW" smtClean="0"/>
              <a:t>2026/6/5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4D7452-30DA-1F7F-6F5B-83E49CE9AD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075E65-E749-774C-B93C-D93354A5AB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121170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2FDCB-8EB2-51AF-F1C5-B7B3F945C42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TW" dirty="0"/>
              <a:t>Norming results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A9A27A-69CF-982C-618E-663E9144B05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TW" dirty="0"/>
              <a:t>Jun 9, 2026</a:t>
            </a:r>
          </a:p>
        </p:txBody>
      </p:sp>
    </p:spTree>
    <p:extLst>
      <p:ext uri="{BB962C8B-B14F-4D97-AF65-F5344CB8AC3E}">
        <p14:creationId xmlns:p14="http://schemas.microsoft.com/office/powerpoint/2010/main" val="12860147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9029"/>
            <a:ext cx="10515600" cy="1325563"/>
          </a:xfrm>
        </p:spPr>
        <p:txBody>
          <a:bodyPr/>
          <a:lstStyle/>
          <a:p>
            <a:r>
              <a:rPr lang="en-TW" dirty="0"/>
              <a:t>2026/06/05 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F1A5B-13D3-35FF-171F-DB143AA72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150"/>
            <a:ext cx="10515600" cy="4351338"/>
          </a:xfrm>
        </p:spPr>
        <p:txBody>
          <a:bodyPr/>
          <a:lstStyle/>
          <a:p>
            <a:r>
              <a:rPr lang="en-US" dirty="0"/>
              <a:t>Full dataset: N=30</a:t>
            </a:r>
          </a:p>
          <a:p>
            <a:r>
              <a:rPr lang="en-US" dirty="0"/>
              <a:t>Revisit</a:t>
            </a:r>
            <a:r>
              <a:rPr lang="en-TW" dirty="0"/>
              <a:t> data exclusion criteria</a:t>
            </a:r>
          </a:p>
          <a:p>
            <a:pPr marL="0" indent="0">
              <a:buNone/>
            </a:pPr>
            <a:r>
              <a:rPr lang="en-TW" b="1" dirty="0">
                <a:solidFill>
                  <a:schemeClr val="accent5">
                    <a:lumMod val="75000"/>
                  </a:schemeClr>
                </a:solidFill>
              </a:rPr>
              <a:t>Participant-level exclusion: </a:t>
            </a:r>
            <a:r>
              <a:rPr lang="en-TW" dirty="0"/>
              <a:t>low accuracy in catch trials (N=2), over 15% trials with RTs &lt; 200ms (N=4), flat categorization curve (N=1), RT +-3D from group mean (N=0)</a:t>
            </a:r>
          </a:p>
          <a:p>
            <a:pPr marL="0" indent="0">
              <a:buNone/>
            </a:pPr>
            <a:r>
              <a:rPr lang="en-TW" b="1" dirty="0">
                <a:solidFill>
                  <a:schemeClr val="accent4">
                    <a:lumMod val="75000"/>
                  </a:schemeClr>
                </a:solidFill>
              </a:rPr>
              <a:t>Trial-level exclusion: </a:t>
            </a:r>
            <a:r>
              <a:rPr lang="en-TW" dirty="0"/>
              <a:t>RT&lt;200ms or &gt;3000ms (303 trials), RT +-3SD within participant (34 trials)</a:t>
            </a:r>
          </a:p>
          <a:p>
            <a:pPr marL="0" indent="0">
              <a:buNone/>
            </a:pPr>
            <a:endParaRPr lang="en-TW" dirty="0"/>
          </a:p>
          <a:p>
            <a:pPr marL="0" indent="0">
              <a:buNone/>
            </a:pPr>
            <a:r>
              <a:rPr lang="en-TW" dirty="0"/>
              <a:t>Total number of trials after exclusion: 6015 trials from 23 participants</a:t>
            </a:r>
          </a:p>
          <a:p>
            <a:pPr marL="0" indent="0">
              <a:buNone/>
            </a:pPr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42417488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1753"/>
            <a:ext cx="10515600" cy="1325563"/>
          </a:xfrm>
        </p:spPr>
        <p:txBody>
          <a:bodyPr/>
          <a:lstStyle/>
          <a:p>
            <a:r>
              <a:rPr lang="en-US" dirty="0"/>
              <a:t>R</a:t>
            </a:r>
            <a:r>
              <a:rPr lang="en-TW" dirty="0"/>
              <a:t>aw RT data distribution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4DE4FA-51BA-0F1A-1405-854846F72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738" y="1963036"/>
            <a:ext cx="5711695" cy="28992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E9D14F4-4435-EADC-C40F-E0B2FE8CB307}"/>
              </a:ext>
            </a:extLst>
          </p:cNvPr>
          <p:cNvSpPr txBox="1"/>
          <p:nvPr/>
        </p:nvSpPr>
        <p:spPr>
          <a:xfrm>
            <a:off x="1740174" y="5203630"/>
            <a:ext cx="29624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B</a:t>
            </a:r>
            <a:r>
              <a:rPr lang="en-TW" sz="2400" dirty="0"/>
              <a:t>efore data exclusion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605173-DBB5-78A6-38B6-2125D29E11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312" y="2228464"/>
            <a:ext cx="5423229" cy="260479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4366198-8DD1-E290-4535-2A575C9C9EE5}"/>
              </a:ext>
            </a:extLst>
          </p:cNvPr>
          <p:cNvSpPr txBox="1"/>
          <p:nvPr/>
        </p:nvSpPr>
        <p:spPr>
          <a:xfrm>
            <a:off x="7692569" y="5203629"/>
            <a:ext cx="29624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After </a:t>
            </a:r>
            <a:r>
              <a:rPr lang="en-TW" sz="2400" dirty="0"/>
              <a:t>data exclusion</a:t>
            </a:r>
          </a:p>
        </p:txBody>
      </p:sp>
    </p:spTree>
    <p:extLst>
      <p:ext uri="{BB962C8B-B14F-4D97-AF65-F5344CB8AC3E}">
        <p14:creationId xmlns:p14="http://schemas.microsoft.com/office/powerpoint/2010/main" val="2873604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1753"/>
            <a:ext cx="10515600" cy="1325563"/>
          </a:xfrm>
        </p:spPr>
        <p:txBody>
          <a:bodyPr/>
          <a:lstStyle/>
          <a:p>
            <a:r>
              <a:rPr lang="en-US" dirty="0"/>
              <a:t>Log </a:t>
            </a:r>
            <a:r>
              <a:rPr lang="en-TW" dirty="0"/>
              <a:t>RT data distribution after data exclusion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3D600C-0C0E-9DA4-6679-9C260C9B17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5854" y="1665368"/>
            <a:ext cx="9400291" cy="4477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484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8658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G</a:t>
            </a:r>
            <a:r>
              <a:rPr lang="en-TW" sz="4000" dirty="0"/>
              <a:t>roup level results aggregated over word pairs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36D546E-9115-C5F8-360D-573AD28E9BF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553818" y="1276905"/>
            <a:ext cx="8902148" cy="5125093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CF93B7-F763-5D74-0809-9190EA892E0A}"/>
              </a:ext>
            </a:extLst>
          </p:cNvPr>
          <p:cNvCxnSpPr>
            <a:cxnSpLocks/>
          </p:cNvCxnSpPr>
          <p:nvPr/>
        </p:nvCxnSpPr>
        <p:spPr>
          <a:xfrm>
            <a:off x="7319269" y="1316661"/>
            <a:ext cx="0" cy="4706452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0E98A65-433F-650C-CA9C-0D8C399A55EE}"/>
              </a:ext>
            </a:extLst>
          </p:cNvPr>
          <p:cNvSpPr txBox="1"/>
          <p:nvPr/>
        </p:nvSpPr>
        <p:spPr>
          <a:xfrm>
            <a:off x="6417292" y="6210921"/>
            <a:ext cx="21899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W" sz="2800" b="1" dirty="0"/>
              <a:t>42.24657ms </a:t>
            </a:r>
          </a:p>
        </p:txBody>
      </p:sp>
    </p:spTree>
    <p:extLst>
      <p:ext uri="{BB962C8B-B14F-4D97-AF65-F5344CB8AC3E}">
        <p14:creationId xmlns:p14="http://schemas.microsoft.com/office/powerpoint/2010/main" val="2892527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8658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Model prediction from Tan &amp; Jaeger (2025)</a:t>
            </a:r>
            <a:endParaRPr lang="en-TW" sz="4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DA7844-DF9E-822E-A502-87A1B5B9D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8" y="1428851"/>
            <a:ext cx="10029825" cy="4814786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043507A-FE22-1D95-B925-55F8A4949BBD}"/>
              </a:ext>
            </a:extLst>
          </p:cNvPr>
          <p:cNvCxnSpPr>
            <a:cxnSpLocks/>
          </p:cNvCxnSpPr>
          <p:nvPr/>
        </p:nvCxnSpPr>
        <p:spPr>
          <a:xfrm>
            <a:off x="6890643" y="1471607"/>
            <a:ext cx="0" cy="4006458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4289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G</a:t>
            </a:r>
            <a:r>
              <a:rPr lang="en-TW" sz="4000" dirty="0"/>
              <a:t>roup level results by different word pairs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BBF226-E389-8BCE-2272-021796D70A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336812" y="1058243"/>
            <a:ext cx="9677400" cy="552797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99C106-2ED1-F4D0-9245-3D05B72DC6A6}"/>
              </a:ext>
            </a:extLst>
          </p:cNvPr>
          <p:cNvCxnSpPr>
            <a:cxnSpLocks/>
          </p:cNvCxnSpPr>
          <p:nvPr/>
        </p:nvCxnSpPr>
        <p:spPr>
          <a:xfrm>
            <a:off x="6762678" y="1430142"/>
            <a:ext cx="0" cy="4421397"/>
          </a:xfrm>
          <a:prstGeom prst="line">
            <a:avLst/>
          </a:prstGeom>
          <a:ln w="381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086D246-F375-F7E7-4514-DD75D86322AB}"/>
              </a:ext>
            </a:extLst>
          </p:cNvPr>
          <p:cNvCxnSpPr>
            <a:cxnSpLocks/>
          </p:cNvCxnSpPr>
          <p:nvPr/>
        </p:nvCxnSpPr>
        <p:spPr>
          <a:xfrm>
            <a:off x="7132471" y="1430142"/>
            <a:ext cx="0" cy="4421397"/>
          </a:xfrm>
          <a:prstGeom prst="line">
            <a:avLst/>
          </a:prstGeom>
          <a:ln w="381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2B2598-404C-3EC6-A7E7-58A274CB5386}"/>
              </a:ext>
            </a:extLst>
          </p:cNvPr>
          <p:cNvCxnSpPr>
            <a:cxnSpLocks/>
          </p:cNvCxnSpPr>
          <p:nvPr/>
        </p:nvCxnSpPr>
        <p:spPr>
          <a:xfrm>
            <a:off x="7251613" y="1430142"/>
            <a:ext cx="0" cy="4421397"/>
          </a:xfrm>
          <a:prstGeom prst="line">
            <a:avLst/>
          </a:prstGeom>
          <a:ln w="38100">
            <a:solidFill>
              <a:srgbClr val="FF7E7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02D460C-1ABA-C77F-3C13-5E6765100ADB}"/>
              </a:ext>
            </a:extLst>
          </p:cNvPr>
          <p:cNvSpPr txBox="1"/>
          <p:nvPr/>
        </p:nvSpPr>
        <p:spPr>
          <a:xfrm>
            <a:off x="7135464" y="1012604"/>
            <a:ext cx="1493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7E79"/>
                </a:solidFill>
              </a:rPr>
              <a:t>d</a:t>
            </a:r>
            <a:r>
              <a:rPr lang="en-TW" b="1" dirty="0">
                <a:solidFill>
                  <a:srgbClr val="FF7E79"/>
                </a:solidFill>
              </a:rPr>
              <a:t>ill: 48.54ms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1481F4-BF5F-7778-619F-6B79E61948B4}"/>
              </a:ext>
            </a:extLst>
          </p:cNvPr>
          <p:cNvSpPr txBox="1"/>
          <p:nvPr/>
        </p:nvSpPr>
        <p:spPr>
          <a:xfrm>
            <a:off x="6999864" y="767962"/>
            <a:ext cx="1493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d</a:t>
            </a:r>
            <a:r>
              <a:rPr lang="en-TW" b="1" dirty="0">
                <a:solidFill>
                  <a:srgbClr val="00B0F0"/>
                </a:solidFill>
              </a:rPr>
              <a:t>ip: 45.32ms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C6603E-FA32-C13C-B1EE-77780689B9AD}"/>
              </a:ext>
            </a:extLst>
          </p:cNvPr>
          <p:cNvSpPr txBox="1"/>
          <p:nvPr/>
        </p:nvSpPr>
        <p:spPr>
          <a:xfrm>
            <a:off x="5509866" y="1028726"/>
            <a:ext cx="1481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d</a:t>
            </a:r>
            <a:r>
              <a:rPr lang="en-TW" b="1" dirty="0">
                <a:solidFill>
                  <a:schemeClr val="accent6"/>
                </a:solidFill>
              </a:rPr>
              <a:t>in: 33.42ms</a:t>
            </a:r>
          </a:p>
        </p:txBody>
      </p:sp>
    </p:spTree>
    <p:extLst>
      <p:ext uri="{BB962C8B-B14F-4D97-AF65-F5344CB8AC3E}">
        <p14:creationId xmlns:p14="http://schemas.microsoft.com/office/powerpoint/2010/main" val="7902757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154</Words>
  <Application>Microsoft Macintosh PowerPoint</Application>
  <PresentationFormat>Widescreen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Norming results</vt:lpstr>
      <vt:lpstr>2026/06/05 updates</vt:lpstr>
      <vt:lpstr>Raw RT data distribution</vt:lpstr>
      <vt:lpstr>Log RT data distribution after data exclusion</vt:lpstr>
      <vt:lpstr>Group level results aggregated over word pairs</vt:lpstr>
      <vt:lpstr>Model prediction from Tan &amp; Jaeger (2025)</vt:lpstr>
      <vt:lpstr>Group level results by different word pairs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Norming results</dc:title>
  <dc:creator>Microsoft Office User</dc:creator>
  <cp:lastModifiedBy>Microsoft Office User</cp:lastModifiedBy>
  <cp:revision>116</cp:revision>
  <dcterms:created xsi:type="dcterms:W3CDTF">2026-04-12T17:50:06Z</dcterms:created>
  <dcterms:modified xsi:type="dcterms:W3CDTF">2026-06-06T00:09:41Z</dcterms:modified>
</cp:coreProperties>
</file>