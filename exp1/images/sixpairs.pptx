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5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87"/>
  </p:normalViewPr>
  <p:slideViewPr>
    <p:cSldViewPr snapToGrid="0">
      <p:cViewPr varScale="1">
        <p:scale>
          <a:sx n="80" d="100"/>
          <a:sy n="80" d="100"/>
        </p:scale>
        <p:origin x="6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454C5-85EC-F75A-E6C3-F1DCE8F92A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2CFB21-07B2-4CDE-D21A-7C51763E07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04E82D-9091-C180-19C9-B4DA9F98C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4E06F-45AC-684E-AD5E-618FADD7DCFD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4E89C-FE24-8BD8-6C94-03672C6AB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7466C-E794-E616-0E28-70D385443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77F3E-72DD-7548-AB01-4CDE5C987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018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EDD58-9698-1E59-8ED0-9019A6622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CF292-2024-F13F-1D09-3D8D3987AB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A708D4-8288-FD0A-6AD1-C604E3FEE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4E06F-45AC-684E-AD5E-618FADD7DCFD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F3F292-91EA-E0DE-77B8-044A93246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5A3A9-4084-4427-70FF-ECF124372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77F3E-72DD-7548-AB01-4CDE5C987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425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16DB9-A8B8-9098-0DAE-F69AA29EA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9C208E-5159-7839-1756-30E3A53532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595B9D-580E-524D-6420-3BC7B926F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4E06F-45AC-684E-AD5E-618FADD7DCFD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00331-03E6-4C80-0B8B-8ED354E68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791C41-B464-7689-C2D1-993B6304F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77F3E-72DD-7548-AB01-4CDE5C987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995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03C9C-B4DE-DDFF-6832-9C91EDC9C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C4ADB-71B0-1D6B-BB09-3AE05943D1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B7F644-FE1D-AC49-E76B-58B7B29684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BF7F42-7F63-814F-4F5D-9F756D01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4E06F-45AC-684E-AD5E-618FADD7DCFD}" type="datetimeFigureOut">
              <a:rPr lang="en-US" smtClean="0"/>
              <a:t>5/10/26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96B46A-F849-5478-FB33-51984E7E1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6E6A8D-2ED7-CFA7-35E9-6F9DFEBD3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77F3E-72DD-7548-AB01-4CDE5C987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362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C6605-3007-C342-93E2-7C45943EF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CC713-A397-42AB-BA6D-9695F61669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D5B363-C88F-F0D6-9ECB-992470BE72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1319DB-1FAA-23CB-2592-D2B7B08688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BB2682-8DF5-CE15-46A3-1308E3E6F8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176D96-E641-1E90-0CCE-87EA2AEE9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4E06F-45AC-684E-AD5E-618FADD7DCFD}" type="datetimeFigureOut">
              <a:rPr lang="en-US" smtClean="0"/>
              <a:t>5/10/26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4503FA-BAC3-C344-2318-E1659FDAB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D66496-7878-3F15-E5A7-20FCB4BA1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77F3E-72DD-7548-AB01-4CDE5C987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624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EB47C-22E7-F8C9-F0AD-B91D9D9A0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BBBFFD-77E1-B6B2-B017-B2E56A5EC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4E06F-45AC-684E-AD5E-618FADD7DCFD}" type="datetimeFigureOut">
              <a:rPr lang="en-US" smtClean="0"/>
              <a:t>5/10/26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ABBADE-4AC5-259F-8446-EF367D97E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AF3D57-9324-78B7-1019-755321CBF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77F3E-72DD-7548-AB01-4CDE5C987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006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C559C0-84F0-33B3-C374-A2A03CC87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4E06F-45AC-684E-AD5E-618FADD7DCFD}" type="datetimeFigureOut">
              <a:rPr lang="en-US" smtClean="0"/>
              <a:t>5/10/26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1F40DE-DB4D-3E8C-49BC-15D1FFD7A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548C0F-BB87-DED2-D647-6A2531EBA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77F3E-72DD-7548-AB01-4CDE5C987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2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970B1-EBF6-32D7-BBEC-A593D2E03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D11A7-7FF5-C830-64E9-2901EF384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36AC59-B4A8-9338-27CF-539C8973B2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0A3F39-1375-F59E-E320-A648CD87D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4E06F-45AC-684E-AD5E-618FADD7DCFD}" type="datetimeFigureOut">
              <a:rPr lang="en-US" smtClean="0"/>
              <a:t>5/10/26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E3ACDF-7B26-C698-9F68-049DD5DB8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03BAE1-21B8-CE43-A702-2B0D5B3DC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77F3E-72DD-7548-AB01-4CDE5C987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416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7CA7A-C571-B2A3-ADFA-B1C09734D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35E738-9EDC-2F0E-A1CD-3C9A20CF57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31A679-7EDE-A3CC-DF30-7539173F5D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0A7EE2-F4B4-561F-60B9-C53180C8D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4E06F-45AC-684E-AD5E-618FADD7DCFD}" type="datetimeFigureOut">
              <a:rPr lang="en-US" smtClean="0"/>
              <a:t>5/10/26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707938-DCCB-2ED3-D918-0B1F312F8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00DCB4-F215-2F9B-A8F8-C521B6D68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77F3E-72DD-7548-AB01-4CDE5C987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34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C8C06-29A4-98C0-E1D8-99F9D4DBF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0E5EDA-D0A9-A94F-5F0C-7B24B45514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6FDAE-D21B-888E-EB92-7F8A60268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4E06F-45AC-684E-AD5E-618FADD7DCFD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192A0F-D3D1-F77E-4688-AB4B5F9A5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EE2E6-5635-7662-5AF9-B806E97A4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77F3E-72DD-7548-AB01-4CDE5C987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602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FF5F50-3506-453E-7F07-D83591BB17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04D226-F224-BDB3-9BEE-51C3FD70FF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3FBCB-DC67-FE7C-0680-0B9BBE53A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4E06F-45AC-684E-AD5E-618FADD7DCFD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90C27-06EF-A194-847A-EB3FDD16F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E22E54-7C1B-1A05-3AE6-0041598E4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77F3E-72DD-7548-AB01-4CDE5C987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08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49A2C6-ADFD-3F62-A919-BEBF54C7F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0A0A52-8582-31F1-C86F-AF125A1DA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B2C52-458B-3464-91B2-9B1BC913B0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64E06F-45AC-684E-AD5E-618FADD7DCFD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12D28-3269-7F40-DE3F-46C26504A5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A3DE6-FE4E-2B58-6CF0-D7A35353B5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C77F3E-72DD-7548-AB01-4CDE5C987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691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09C961C3-854F-B0D0-AEFA-5D124311A0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5340"/>
            <a:ext cx="5589344" cy="4647320"/>
          </a:xfrm>
          <a:prstGeom prst="rect">
            <a:avLst/>
          </a:prstGeom>
        </p:spPr>
      </p:pic>
      <p:pic>
        <p:nvPicPr>
          <p:cNvPr id="7" name="Picture 6" descr="A black and white logo&#10;&#10;AI-generated content may be incorrect.">
            <a:extLst>
              <a:ext uri="{FF2B5EF4-FFF2-40B4-BE49-F238E27FC236}">
                <a16:creationId xmlns:a16="http://schemas.microsoft.com/office/drawing/2014/main" id="{92976806-75CF-E872-4B5D-C0DB945D2F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2656" y="1105340"/>
            <a:ext cx="5589344" cy="464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09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49F83AC6-1734-0799-BC54-8F3456985F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9071"/>
            <a:ext cx="5787856" cy="4779858"/>
          </a:xfrm>
          <a:prstGeom prst="rect">
            <a:avLst/>
          </a:prstGeom>
        </p:spPr>
      </p:pic>
      <p:pic>
        <p:nvPicPr>
          <p:cNvPr id="5" name="Picture 4" descr="A black and white logo&#10;&#10;AI-generated content may be incorrect.">
            <a:extLst>
              <a:ext uri="{FF2B5EF4-FFF2-40B4-BE49-F238E27FC236}">
                <a16:creationId xmlns:a16="http://schemas.microsoft.com/office/drawing/2014/main" id="{74411B8D-A37D-8AE8-5376-AF14C58461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9463" y="1039071"/>
            <a:ext cx="5787856" cy="4806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306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and white logo&#10;&#10;AI-generated content may be incorrect.">
            <a:extLst>
              <a:ext uri="{FF2B5EF4-FFF2-40B4-BE49-F238E27FC236}">
                <a16:creationId xmlns:a16="http://schemas.microsoft.com/office/drawing/2014/main" id="{8B3C25EA-ED73-E6CD-800A-A8E133FBF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973801"/>
            <a:ext cx="5858489" cy="4865525"/>
          </a:xfrm>
          <a:prstGeom prst="rect">
            <a:avLst/>
          </a:prstGeom>
        </p:spPr>
      </p:pic>
      <p:pic>
        <p:nvPicPr>
          <p:cNvPr id="5" name="Picture 4" descr="A black and white text&#10;&#10;AI-generated content may be incorrect.">
            <a:extLst>
              <a:ext uri="{FF2B5EF4-FFF2-40B4-BE49-F238E27FC236}">
                <a16:creationId xmlns:a16="http://schemas.microsoft.com/office/drawing/2014/main" id="{6D6DB4FB-33F8-003C-1BCD-107C55291C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1432" y="1140020"/>
            <a:ext cx="5550568" cy="460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610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C83F9824-0E2E-A7AB-92DD-D431D7518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6203" y="1125407"/>
            <a:ext cx="5495798" cy="4569540"/>
          </a:xfrm>
          <a:prstGeom prst="rect">
            <a:avLst/>
          </a:prstGeom>
        </p:spPr>
      </p:pic>
      <p:pic>
        <p:nvPicPr>
          <p:cNvPr id="5" name="Picture 4" descr="A black and white logo&#10;&#10;AI-generated content may be incorrect.">
            <a:extLst>
              <a:ext uri="{FF2B5EF4-FFF2-40B4-BE49-F238E27FC236}">
                <a16:creationId xmlns:a16="http://schemas.microsoft.com/office/drawing/2014/main" id="{50132620-1451-31FB-4C9E-089CCB2874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365"/>
          <a:stretch>
            <a:fillRect/>
          </a:stretch>
        </p:blipFill>
        <p:spPr>
          <a:xfrm>
            <a:off x="0" y="1248503"/>
            <a:ext cx="5746618" cy="4569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579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7D1EF-CED2-54B7-1150-7F17F2A3A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CDDABB4A-6144-75D9-8180-9AC6CA94D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5320" y="1088750"/>
            <a:ext cx="5696680" cy="4704561"/>
          </a:xfrm>
          <a:prstGeom prst="rect">
            <a:avLst/>
          </a:prstGeom>
        </p:spPr>
      </p:pic>
      <p:pic>
        <p:nvPicPr>
          <p:cNvPr id="3" name="Picture 2" descr="A black and white logo&#10;&#10;AI-generated content may be incorrect.">
            <a:extLst>
              <a:ext uri="{FF2B5EF4-FFF2-40B4-BE49-F238E27FC236}">
                <a16:creationId xmlns:a16="http://schemas.microsoft.com/office/drawing/2014/main" id="{FB778D46-0944-958F-08A5-FD2E20F98A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76719"/>
            <a:ext cx="5664675" cy="4704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922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black and white logo&#10;&#10;AI-generated content may be incorrect.">
            <a:extLst>
              <a:ext uri="{FF2B5EF4-FFF2-40B4-BE49-F238E27FC236}">
                <a16:creationId xmlns:a16="http://schemas.microsoft.com/office/drawing/2014/main" id="{8C5B9959-50BF-E7F7-D97C-D519D7723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7004" y="1076585"/>
            <a:ext cx="5664996" cy="4704827"/>
          </a:xfrm>
          <a:prstGeom prst="rect">
            <a:avLst/>
          </a:prstGeom>
        </p:spPr>
      </p:pic>
      <p:pic>
        <p:nvPicPr>
          <p:cNvPr id="13" name="Picture 12" descr="A black and white text&#10;&#10;AI-generated content may be incorrect.">
            <a:extLst>
              <a:ext uri="{FF2B5EF4-FFF2-40B4-BE49-F238E27FC236}">
                <a16:creationId xmlns:a16="http://schemas.microsoft.com/office/drawing/2014/main" id="{B067E246-7987-1AA4-6207-92B9266955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76586"/>
            <a:ext cx="5664997" cy="4704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9341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0</Words>
  <Application>Microsoft Macintosh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Wang, Nan</dc:creator>
  <cp:lastModifiedBy>Wang, Nan</cp:lastModifiedBy>
  <cp:revision>2</cp:revision>
  <dcterms:created xsi:type="dcterms:W3CDTF">2026-05-10T18:41:26Z</dcterms:created>
  <dcterms:modified xsi:type="dcterms:W3CDTF">2026-05-10T19:05:27Z</dcterms:modified>
</cp:coreProperties>
</file>