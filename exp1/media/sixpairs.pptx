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7"/>
  </p:normalViewPr>
  <p:slideViewPr>
    <p:cSldViewPr snapToGrid="0">
      <p:cViewPr varScale="1">
        <p:scale>
          <a:sx n="80" d="100"/>
          <a:sy n="8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54C5-85EC-F75A-E6C3-F1DCE8F92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CFB21-07B2-4CDE-D21A-7C51763E0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4E82D-9091-C180-19C9-B4DA9F98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4E89C-FE24-8BD8-6C94-03672C6A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7466C-E794-E616-0E28-70D38544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DD58-9698-1E59-8ED0-9019A662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F292-2024-F13F-1D09-3D8D3987A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708D4-8288-FD0A-6AD1-C604E3FE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3F292-91EA-E0DE-77B8-044A9324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A3A9-4084-4427-70FF-ECF12437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2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6DB9-A8B8-9098-0DAE-F69AA29E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C208E-5159-7839-1756-30E3A5353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95B9D-580E-524D-6420-3BC7B92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0331-03E6-4C80-0B8B-8ED354E6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91C41-B464-7689-C2D1-993B6304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9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3C9C-B4DE-DDFF-6832-9C91EDC9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4ADB-71B0-1D6B-BB09-3AE05943D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7F644-FE1D-AC49-E76B-58B7B2968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F7F42-7F63-814F-4F5D-9F756D01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6B46A-F849-5478-FB33-51984E7E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E6A8D-2ED7-CFA7-35E9-6F9DFEB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6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6605-3007-C342-93E2-7C45943E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CC713-A397-42AB-BA6D-9695F6166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5B363-C88F-F0D6-9ECB-992470BE7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319DB-1FAA-23CB-2592-D2B7B0868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B2682-8DF5-CE15-46A3-1308E3E6F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76D96-E641-1E90-0CCE-87EA2AEE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503FA-BAC3-C344-2318-E1659FDA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66496-7878-3F15-E5A7-20FCB4B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2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B47C-22E7-F8C9-F0AD-B91D9D9A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BBFFD-77E1-B6B2-B017-B2E56A5E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BBADE-4AC5-259F-8446-EF367D97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F3D57-9324-78B7-1019-755321CB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559C0-84F0-33B3-C374-A2A03CC8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F40DE-DB4D-3E8C-49BC-15D1FFD7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48C0F-BB87-DED2-D647-6A2531EB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70B1-EBF6-32D7-BBEC-A593D2E0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11A7-7FF5-C830-64E9-2901EF38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6AC59-B4A8-9338-27CF-539C8973B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A3F39-1375-F59E-E320-A648CD87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3ACDF-7B26-C698-9F68-049DD5DB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3BAE1-21B8-CE43-A702-2B0D5B3D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1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CA7A-C571-B2A3-ADFA-B1C09734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5E738-9EDC-2F0E-A1CD-3C9A20CF5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1A679-7EDE-A3CC-DF30-7539173F5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A7EE2-F4B4-561F-60B9-C53180C8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07938-DCCB-2ED3-D918-0B1F312F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0DCB4-F215-2F9B-A8F8-C521B6D6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8C06-29A4-98C0-E1D8-99F9D4DB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E5EDA-D0A9-A94F-5F0C-7B24B4551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6FDAE-D21B-888E-EB92-7F8A6026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92A0F-D3D1-F77E-4688-AB4B5F9A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EE2E6-5635-7662-5AF9-B806E97A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0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F5F50-3506-453E-7F07-D83591BB1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4D226-F224-BDB3-9BEE-51C3FD70F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3FBCB-DC67-FE7C-0680-0B9BBE53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90C27-06EF-A194-847A-EB3FDD16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22E54-7C1B-1A05-3AE6-0041598E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A2C6-ADFD-3F62-A919-BEBF54C7F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A0A52-8582-31F1-C86F-AF125A1D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B2C52-458B-3464-91B2-9B1BC913B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12D28-3269-7F40-DE3F-46C26504A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A3DE6-FE4E-2B58-6CF0-D7A35353B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9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9C961C3-854F-B0D0-AEFA-5D124311A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340"/>
            <a:ext cx="5589344" cy="4647320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92976806-75CF-E872-4B5D-C0DB945D2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656" y="1105340"/>
            <a:ext cx="5589344" cy="46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9F83AC6-1734-0799-BC54-8F345698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71"/>
            <a:ext cx="5787856" cy="4779858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74411B8D-A37D-8AE8-5376-AF14C5846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463" y="1039071"/>
            <a:ext cx="5787856" cy="48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0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8B3C25EA-ED73-E6CD-800A-A8E133FB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73801"/>
            <a:ext cx="5858489" cy="4865525"/>
          </a:xfrm>
          <a:prstGeom prst="rect">
            <a:avLst/>
          </a:prstGeom>
        </p:spPr>
      </p:pic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6D6DB4FB-33F8-003C-1BCD-107C5529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32" y="1140020"/>
            <a:ext cx="5550568" cy="460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1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83F9824-0E2E-A7AB-92DD-D431D751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03" y="1125407"/>
            <a:ext cx="5495798" cy="4569540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50132620-1451-31FB-4C9E-089CCB287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65"/>
          <a:stretch>
            <a:fillRect/>
          </a:stretch>
        </p:blipFill>
        <p:spPr>
          <a:xfrm>
            <a:off x="0" y="1248503"/>
            <a:ext cx="5746618" cy="456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7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D1EF-CED2-54B7-1150-7F17F2A3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DDABB4A-6144-75D9-8180-9AC6CA94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20" y="1088750"/>
            <a:ext cx="5696680" cy="4704561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FB778D46-0944-958F-08A5-FD2E20F9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719"/>
            <a:ext cx="5664675" cy="470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2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8C5B9959-50BF-E7F7-D97C-D519D772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004" y="1076585"/>
            <a:ext cx="5664996" cy="4704827"/>
          </a:xfrm>
          <a:prstGeom prst="rect">
            <a:avLst/>
          </a:prstGeom>
        </p:spPr>
      </p:pic>
      <p:pic>
        <p:nvPicPr>
          <p:cNvPr id="13" name="Picture 12" descr="A black and white text&#10;&#10;AI-generated content may be incorrect.">
            <a:extLst>
              <a:ext uri="{FF2B5EF4-FFF2-40B4-BE49-F238E27FC236}">
                <a16:creationId xmlns:a16="http://schemas.microsoft.com/office/drawing/2014/main" id="{B067E246-7987-1AA4-6207-92B926695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586"/>
            <a:ext cx="5664997" cy="470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3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572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Nan</dc:creator>
  <cp:lastModifiedBy>Wang, Nan</cp:lastModifiedBy>
  <cp:revision>3</cp:revision>
  <dcterms:created xsi:type="dcterms:W3CDTF">2026-05-10T18:41:26Z</dcterms:created>
  <dcterms:modified xsi:type="dcterms:W3CDTF">2026-05-11T04:01:41Z</dcterms:modified>
</cp:coreProperties>
</file>