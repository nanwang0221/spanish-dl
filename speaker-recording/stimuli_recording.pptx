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2"/>
    <p:restoredTop sz="94627"/>
  </p:normalViewPr>
  <p:slideViewPr>
    <p:cSldViewPr snapToGrid="0" snapToObjects="1">
      <p:cViewPr varScale="1">
        <p:scale>
          <a:sx n="105" d="100"/>
          <a:sy n="105" d="100"/>
        </p:scale>
        <p:origin x="20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slide" Target="slides/slide365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377" Type="http://schemas.openxmlformats.org/officeDocument/2006/relationships/slide" Target="slides/slide376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slide" Target="slides/slide345.xml"/><Relationship Id="rId388" Type="http://schemas.openxmlformats.org/officeDocument/2006/relationships/slide" Target="slides/slide387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24" Type="http://schemas.openxmlformats.org/officeDocument/2006/relationships/theme" Target="theme/theme1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406" Type="http://schemas.openxmlformats.org/officeDocument/2006/relationships/slide" Target="slides/slide405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373" Type="http://schemas.openxmlformats.org/officeDocument/2006/relationships/slide" Target="slides/slide372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384" Type="http://schemas.openxmlformats.org/officeDocument/2006/relationships/slide" Target="slides/slide383.xml"/><Relationship Id="rId419" Type="http://schemas.openxmlformats.org/officeDocument/2006/relationships/slide" Target="slides/slide418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374" Type="http://schemas.openxmlformats.org/officeDocument/2006/relationships/slide" Target="slides/slide373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420" Type="http://schemas.openxmlformats.org/officeDocument/2006/relationships/slide" Target="slides/slide419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75" Type="http://schemas.openxmlformats.org/officeDocument/2006/relationships/slide" Target="slides/slide374.xml"/><Relationship Id="rId396" Type="http://schemas.openxmlformats.org/officeDocument/2006/relationships/slide" Target="slides/slide395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400" Type="http://schemas.openxmlformats.org/officeDocument/2006/relationships/slide" Target="slides/slide399.xml"/><Relationship Id="rId421" Type="http://schemas.openxmlformats.org/officeDocument/2006/relationships/slide" Target="slides/slide420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386" Type="http://schemas.openxmlformats.org/officeDocument/2006/relationships/slide" Target="slides/slide38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376" Type="http://schemas.openxmlformats.org/officeDocument/2006/relationships/slide" Target="slides/slide375.xml"/><Relationship Id="rId397" Type="http://schemas.openxmlformats.org/officeDocument/2006/relationships/slide" Target="slides/slide396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22" Type="http://schemas.openxmlformats.org/officeDocument/2006/relationships/presProps" Target="presProps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viewProps" Target="viewProps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tableStyles" Target="tableStyles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240" Type="http://schemas.openxmlformats.org/officeDocument/2006/relationships/slide" Target="slides/slide239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251" Type="http://schemas.openxmlformats.org/officeDocument/2006/relationships/slide" Target="slides/slide250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220" Type="http://schemas.openxmlformats.org/officeDocument/2006/relationships/slide" Target="slides/slide219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flare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must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tense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full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tale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wheel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dusk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peak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rare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bill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dale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wool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hare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cane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tense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wine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lawn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ghost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till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van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just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bill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meat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beak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seat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game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bond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dime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bore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light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tusk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jet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heel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chop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tune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jet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peak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shop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cane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bond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wheel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bore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hare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hole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time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pill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tune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ghost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just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light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till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pace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dusk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vine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ring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yawn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dip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mop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fan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neat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tale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wool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came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dense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seat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peak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tusk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hare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came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pace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dill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shop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tale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van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lap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heel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dime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vine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buy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pill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tune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role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cane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hop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wool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just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dip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meat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pore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die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bond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ring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dense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lawn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coast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block_5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role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dense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pill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came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bay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wheel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peak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bore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gain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time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tip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pun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lawn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shop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pace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rare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flare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die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lap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just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net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ghost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wine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sing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dusk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meat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tale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coal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mop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fan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dill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full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pond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din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dune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light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block_6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net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dune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bill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die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din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tense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peak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goat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dime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tale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lap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hop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ghost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neat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van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coal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wheel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hole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seat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full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yawn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game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bin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sing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chop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dill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pat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pay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vine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pace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must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pond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light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pore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cane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tusk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tip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pun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block_7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tie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rare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din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gain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time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mop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yawn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coast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neat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tune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coal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tusk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must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pond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pin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game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pay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pat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wine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dale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goat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base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net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sing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role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fan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tense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tip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bill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dill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chop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hare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full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bun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beak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bore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heel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block_8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bond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till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just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van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pin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pace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pore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bat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game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chop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full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hare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pun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yawn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coast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gain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heel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vine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bay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dusk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jet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dune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tin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dale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lap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tense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neat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ring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buy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beak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tie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pill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coal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tip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hop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goat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seat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time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hole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rare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block_9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vine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tin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wheel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dense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pin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must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dune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net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came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dime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meat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shop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flare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dusk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buy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pore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dale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wool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coast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hole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beak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mop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till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ring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base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tie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coat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yawn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pay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pill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gain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pun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pond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fan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dip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bat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flare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8B0000"/>
                </a:solidFill>
              </a:defRPr>
            </a:pPr>
            <a:r>
              <a:t>block_10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die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bore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ring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ghost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dune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shop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tin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gain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bun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heel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dale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bin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seat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must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lawn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rare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fan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pat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beak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meat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pond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jet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time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wool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base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dense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flare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came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goat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pay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till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wine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bill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role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dip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tusk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hop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0">
                <a:solidFill>
                  <a:srgbClr val="000000"/>
                </a:solidFill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Macintosh PowerPoint</Application>
  <PresentationFormat>On-screen Show (4:3)</PresentationFormat>
  <Paragraphs>420</Paragraphs>
  <Slides>420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420</vt:i4>
      </vt:variant>
    </vt:vector>
  </HeadingPairs>
  <TitlesOfParts>
    <vt:vector size="4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1</cp:revision>
  <dcterms:created xsi:type="dcterms:W3CDTF">2013-01-27T09:14:16Z</dcterms:created>
  <dcterms:modified xsi:type="dcterms:W3CDTF">2025-08-22T01:54:46Z</dcterms:modified>
  <cp:category/>
</cp:coreProperties>
</file>